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_rels/presentation.xml.rels" ContentType="application/vnd.openxmlformats-package.relationships+xml"/>
  <Override PartName="/ppt/media/image1.jpeg" ContentType="image/jpeg"/>
  <Override PartName="/ppt/media/image5.wmf" ContentType="image/x-wmf"/>
  <Override PartName="/ppt/media/image2.jpeg" ContentType="image/jpeg"/>
  <Override PartName="/ppt/media/image3.png" ContentType="image/png"/>
  <Override PartName="/ppt/media/image4.svg" ContentType="image/sv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7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</p:sldMasterIdLst>
  <p:notesMasterIdLst>
    <p:notesMasterId r:id="rId16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1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ftr" idx="1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 type="sldNum" idx="1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9932E94-DB4B-4023-954B-108780AB291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CFD785-FE63-4F61-A771-C26EC926A72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D02C98-191B-447A-97D7-2056D0091FD3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D1FE7FB-A7CA-4859-A3A3-D9940CABE4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79531A4-8DD2-46FE-AF8D-C58D1308A5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176C58F-3944-423A-B4A6-FDEEF37D6B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20BB6ED-0D67-40C7-9916-DA9349BDD8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with Text and 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-by-sid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EAA084A3-C739-4E56-8B14-738B890F0DD6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5.wmf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5.wmf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5.wmf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5.wmf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2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3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2130480"/>
            <a:ext cx="1036296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Arial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" name="Picture 6" descr="6.jpg"/>
          <p:cNvPicPr/>
          <p:nvPr/>
        </p:nvPicPr>
        <p:blipFill>
          <a:blip r:embed="rId2"/>
          <a:stretch/>
        </p:blipFill>
        <p:spPr>
          <a:xfrm>
            <a:off x="-17280" y="0"/>
            <a:ext cx="12252600" cy="418680"/>
          </a:xfrm>
          <a:prstGeom prst="rect">
            <a:avLst/>
          </a:prstGeom>
          <a:ln w="0">
            <a:noFill/>
          </a:ln>
        </p:spPr>
      </p:pic>
      <p:cxnSp>
        <p:nvCxnSpPr>
          <p:cNvPr id="8" name="Straight Connector 7"/>
          <p:cNvCxnSpPr/>
          <p:nvPr/>
        </p:nvCxnSpPr>
        <p:spPr>
          <a:xfrm>
            <a:off x="0" y="431640"/>
            <a:ext cx="12235680" cy="360"/>
          </a:xfrm>
          <a:prstGeom prst="straightConnector1">
            <a:avLst/>
          </a:prstGeom>
          <a:ln w="28575">
            <a:solidFill>
              <a:srgbClr val="ffffff">
                <a:lumMod val="50000"/>
              </a:srgbClr>
            </a:solidFill>
            <a:round/>
          </a:ln>
        </p:spPr>
      </p:cxnSp>
      <p:sp>
        <p:nvSpPr>
          <p:cNvPr id="9" name="Title 1"/>
          <p:cNvSpPr/>
          <p:nvPr/>
        </p:nvSpPr>
        <p:spPr>
          <a:xfrm>
            <a:off x="914400" y="538560"/>
            <a:ext cx="10362960" cy="12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457200">
              <a:lnSpc>
                <a:spcPct val="100000"/>
              </a:lnSpc>
            </a:pPr>
            <a:endParaRPr b="0" lang="en-US" sz="2400" spc="-1" strike="noStrike">
              <a:solidFill>
                <a:srgbClr val="ff0000"/>
              </a:solidFill>
              <a:latin typeface="Palatino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3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4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5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sldNum" idx="3"/>
          </p:nvPr>
        </p:nvSpPr>
        <p:spPr>
          <a:xfrm>
            <a:off x="9347040" y="649296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D034CE-9B8A-4D54-976F-6AA75117961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Edit Master text styles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SzPct val="90000"/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22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23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24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296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296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Arial"/>
              </a:rPr>
              <a:t>Edit Master text styles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D95A97-9E43-46B9-A1D0-6AE59FFB714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31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32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33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3C69C1-4A31-4E0A-95C0-684EF97BA5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40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41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42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48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48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sto MT"/>
              </a:rPr>
              <a:t>Click icon to add picture</a:t>
            </a:r>
            <a:endParaRPr b="0" lang="en-US" sz="3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48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</a:rPr>
              <a:t>Edit Master text styles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8B8441-5112-4576-B726-A37777AE4E1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50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51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52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▹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Edit Master text styles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SzPct val="90000"/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65B4D3-1718-45B9-AFE6-C2E4F67D0AC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59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60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61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pic>
        <p:nvPicPr>
          <p:cNvPr id="62" name="Picture 3" descr="A close up of a stop sign in front of a building&#10;&#10;Description automatically generated"/>
          <p:cNvPicPr/>
          <p:nvPr/>
        </p:nvPicPr>
        <p:blipFill>
          <a:blip r:embed="rId2"/>
          <a:srcRect l="0" t="2754" r="0" b="12789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body"/>
          </p:nvPr>
        </p:nvSpPr>
        <p:spPr>
          <a:xfrm>
            <a:off x="1072440" y="3972600"/>
            <a:ext cx="9303480" cy="158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chemeClr val="lt1"/>
                </a:solidFill>
                <a:latin typeface="Arial"/>
              </a:rPr>
              <a:t>Click to add subhead</a:t>
            </a:r>
            <a:endParaRPr b="0" lang="en-US" sz="4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1072440" y="1903320"/>
            <a:ext cx="9303480" cy="200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7000" spc="-1" strike="noStrike">
                <a:solidFill>
                  <a:schemeClr val="lt1"/>
                </a:solidFill>
                <a:latin typeface="Arial"/>
              </a:rPr>
              <a:t>Click to add title</a:t>
            </a:r>
            <a:endParaRPr b="0" lang="en-US" sz="70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65" name="Graphic 6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525520" y="5965560"/>
            <a:ext cx="3212640" cy="647280"/>
          </a:xfrm>
          <a:prstGeom prst="rect">
            <a:avLst/>
          </a:prstGeom>
          <a:ln w="0">
            <a:noFill/>
          </a:ln>
        </p:spPr>
      </p:pic>
      <p:sp>
        <p:nvSpPr>
          <p:cNvPr id="66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sto M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1071B94E-EF2B-4995-A21C-F0B26336FE5B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69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0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1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body"/>
          </p:nvPr>
        </p:nvSpPr>
        <p:spPr>
          <a:xfrm>
            <a:off x="538920" y="291600"/>
            <a:ext cx="11144880" cy="64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706"/>
              </a:spcBef>
              <a:buNone/>
              <a:tabLst>
                <a:tab algn="l" pos="0"/>
              </a:tabLst>
            </a:pPr>
            <a:r>
              <a:rPr b="1" lang="en-US" sz="3530" spc="-1" strike="noStrike">
                <a:solidFill>
                  <a:schemeClr val="dk1"/>
                </a:solidFill>
                <a:latin typeface="Segoe UI"/>
              </a:rPr>
              <a:t>Title of slide</a:t>
            </a:r>
            <a:endParaRPr b="0" lang="en-US" sz="3530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38920" y="1109160"/>
            <a:ext cx="11144880" cy="509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635"/>
              </a:spcBef>
              <a:buNone/>
              <a:tabLst>
                <a:tab algn="l" pos="0"/>
              </a:tabLst>
            </a:pPr>
            <a:r>
              <a:rPr b="0" lang="en-US" sz="3170" spc="-1" strike="noStrike">
                <a:solidFill>
                  <a:schemeClr val="dk1"/>
                </a:solidFill>
                <a:latin typeface="Segoe UI"/>
                <a:ea typeface="Arial"/>
              </a:rPr>
              <a:t>Body text</a:t>
            </a:r>
            <a:endParaRPr b="0" lang="en-US" sz="3170" spc="-1" strike="noStrike">
              <a:solidFill>
                <a:schemeClr val="dk1"/>
              </a:solidFill>
              <a:latin typeface="Segoe UI"/>
            </a:endParaRPr>
          </a:p>
        </p:txBody>
      </p:sp>
      <p:pic>
        <p:nvPicPr>
          <p:cNvPr id="74" name="Picture 4" descr="master_bluesidebar.eps"/>
          <p:cNvPicPr/>
          <p:nvPr/>
        </p:nvPicPr>
        <p:blipFill>
          <a:blip r:embed="rId2"/>
          <a:stretch/>
        </p:blipFill>
        <p:spPr>
          <a:xfrm>
            <a:off x="0" y="464040"/>
            <a:ext cx="122760" cy="9183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31020995-4597-45D3-BC7E-1D46B81E1A5E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8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body"/>
          </p:nvPr>
        </p:nvSpPr>
        <p:spPr>
          <a:xfrm>
            <a:off x="538920" y="1441080"/>
            <a:ext cx="11206440" cy="4484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36960" indent="-336960" defTabSz="449280">
              <a:lnSpc>
                <a:spcPct val="100000"/>
              </a:lnSpc>
              <a:spcBef>
                <a:spcPts val="635"/>
              </a:spcBef>
              <a:buClr>
                <a:srgbClr val="13294b"/>
              </a:buClr>
              <a:buFont typeface="Wingdings" charset="2"/>
              <a:buChar char=""/>
            </a:pPr>
            <a:r>
              <a:rPr b="0" lang="en-US" sz="3170" spc="-1" strike="noStrike">
                <a:solidFill>
                  <a:srgbClr val="13294b"/>
                </a:solidFill>
                <a:latin typeface="Segoe UI"/>
                <a:ea typeface="Arial"/>
              </a:rPr>
              <a:t>Edit Master text styles</a:t>
            </a:r>
            <a:endParaRPr b="0" lang="en-US" sz="3170" spc="-1" strike="noStrike">
              <a:solidFill>
                <a:schemeClr val="dk1"/>
              </a:solidFill>
              <a:latin typeface="Segoe UI"/>
            </a:endParaRPr>
          </a:p>
          <a:p>
            <a:pPr lvl="1" marL="730440" indent="-280800" defTabSz="449280">
              <a:lnSpc>
                <a:spcPct val="100000"/>
              </a:lnSpc>
              <a:spcBef>
                <a:spcPts val="547"/>
              </a:spcBef>
              <a:buClr>
                <a:srgbClr val="13294b"/>
              </a:buClr>
              <a:buFont typeface="Arial"/>
              <a:buChar char="–"/>
            </a:pPr>
            <a:r>
              <a:rPr b="0" lang="en-US" sz="2740" spc="-1" strike="noStrike">
                <a:solidFill>
                  <a:srgbClr val="13294b"/>
                </a:solidFill>
                <a:latin typeface="Segoe UI"/>
                <a:ea typeface="Arial"/>
              </a:rPr>
              <a:t>Second level</a:t>
            </a:r>
            <a:endParaRPr b="0" lang="en-US" sz="2740" spc="-1" strike="noStrike">
              <a:solidFill>
                <a:schemeClr val="dk1"/>
              </a:solidFill>
              <a:latin typeface="Segoe UI"/>
            </a:endParaRPr>
          </a:p>
          <a:p>
            <a:pPr lvl="2" marL="1123560" indent="-224640" defTabSz="449280">
              <a:lnSpc>
                <a:spcPct val="100000"/>
              </a:lnSpc>
              <a:spcBef>
                <a:spcPts val="476"/>
              </a:spcBef>
              <a:buClr>
                <a:srgbClr val="13294b"/>
              </a:buClr>
              <a:buFont typeface="Arial"/>
              <a:buChar char="•"/>
            </a:pPr>
            <a:r>
              <a:rPr b="0" lang="en-US" sz="2380" spc="-1" strike="noStrike">
                <a:solidFill>
                  <a:srgbClr val="13294b"/>
                </a:solidFill>
                <a:latin typeface="Segoe UI"/>
                <a:ea typeface="Arial"/>
              </a:rPr>
              <a:t>Third level</a:t>
            </a:r>
            <a:endParaRPr b="0" lang="en-US" sz="2380" spc="-1" strike="noStrike">
              <a:solidFill>
                <a:schemeClr val="dk1"/>
              </a:solidFill>
              <a:latin typeface="Segoe UI"/>
            </a:endParaRPr>
          </a:p>
          <a:p>
            <a:pPr lvl="3" marL="1572840" indent="-224640" defTabSz="449280">
              <a:lnSpc>
                <a:spcPct val="100000"/>
              </a:lnSpc>
              <a:spcBef>
                <a:spcPts val="388"/>
              </a:spcBef>
              <a:buClr>
                <a:srgbClr val="13294b"/>
              </a:buClr>
              <a:buFont typeface="Arial"/>
              <a:buChar char="–"/>
            </a:pPr>
            <a:r>
              <a:rPr b="0" lang="en-US" sz="1940" spc="-1" strike="noStrike">
                <a:solidFill>
                  <a:srgbClr val="13294b"/>
                </a:solidFill>
                <a:latin typeface="Segoe UI"/>
                <a:ea typeface="Arial"/>
              </a:rPr>
              <a:t>Fourth level</a:t>
            </a:r>
            <a:endParaRPr b="0" lang="en-US" sz="1940" spc="-1" strike="noStrike">
              <a:solidFill>
                <a:schemeClr val="dk1"/>
              </a:solidFill>
              <a:latin typeface="Segoe UI"/>
            </a:endParaRPr>
          </a:p>
          <a:p>
            <a:pPr lvl="4" marL="2022480" indent="-224640" defTabSz="449280">
              <a:lnSpc>
                <a:spcPct val="100000"/>
              </a:lnSpc>
              <a:spcBef>
                <a:spcPts val="388"/>
              </a:spcBef>
              <a:buClr>
                <a:srgbClr val="13294b"/>
              </a:buClr>
              <a:buFont typeface="Arial"/>
              <a:buChar char="»"/>
            </a:pPr>
            <a:r>
              <a:rPr b="0" lang="en-US" sz="1940" spc="-1" strike="noStrike">
                <a:solidFill>
                  <a:srgbClr val="13294b"/>
                </a:solidFill>
                <a:latin typeface="Segoe UI"/>
                <a:ea typeface="Arial"/>
              </a:rPr>
              <a:t>Fifth level</a:t>
            </a:r>
            <a:endParaRPr b="0" lang="en-US" sz="1940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38920" y="560520"/>
            <a:ext cx="11144880" cy="64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777"/>
              </a:spcBef>
              <a:buNone/>
              <a:tabLst>
                <a:tab algn="l" pos="0"/>
              </a:tabLst>
            </a:pPr>
            <a:r>
              <a:rPr b="1" lang="en-US" sz="3890" spc="-1" strike="noStrike">
                <a:solidFill>
                  <a:srgbClr val="13294b"/>
                </a:solidFill>
                <a:latin typeface="Segoe UI"/>
              </a:rPr>
              <a:t>Title of slide</a:t>
            </a:r>
            <a:endParaRPr b="0" lang="en-US" sz="3890" spc="-1" strike="noStrike">
              <a:solidFill>
                <a:schemeClr val="dk1"/>
              </a:solidFill>
              <a:latin typeface="Segoe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266FB6C5-0847-4C8C-9B24-63E2B6FB234D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84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85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86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body"/>
          </p:nvPr>
        </p:nvSpPr>
        <p:spPr>
          <a:xfrm>
            <a:off x="8051040" y="1418760"/>
            <a:ext cx="3590640" cy="447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44928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i="1" lang="en-US" sz="1410" spc="-1" strike="noStrike">
                <a:solidFill>
                  <a:schemeClr val="lt1">
                    <a:lumMod val="50000"/>
                  </a:schemeClr>
                </a:solidFill>
                <a:latin typeface="Segoe UI"/>
              </a:rPr>
              <a:t>Click below</a:t>
            </a:r>
            <a:endParaRPr b="0" lang="en-US" sz="1410" spc="-1" strike="noStrike">
              <a:solidFill>
                <a:schemeClr val="dk1"/>
              </a:solidFill>
              <a:latin typeface="Segoe UI"/>
            </a:endParaRPr>
          </a:p>
          <a:p>
            <a:pPr indent="0" algn="ctr" defTabSz="44928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i="1" lang="en-US" sz="1410" spc="-1" strike="noStrike">
                <a:solidFill>
                  <a:schemeClr val="lt1">
                    <a:lumMod val="50000"/>
                  </a:schemeClr>
                </a:solidFill>
                <a:latin typeface="Segoe UI"/>
              </a:rPr>
              <a:t>to insert media</a:t>
            </a:r>
            <a:endParaRPr b="0" lang="en-US" sz="1410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38920" y="1436760"/>
            <a:ext cx="7219440" cy="445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635"/>
              </a:spcBef>
              <a:buNone/>
              <a:tabLst>
                <a:tab algn="l" pos="0"/>
              </a:tabLst>
            </a:pPr>
            <a:r>
              <a:rPr b="0" lang="en-US" sz="3170" spc="-1" strike="noStrike">
                <a:solidFill>
                  <a:srgbClr val="13294b"/>
                </a:solidFill>
                <a:latin typeface="Segoe UI"/>
                <a:ea typeface="Arial"/>
              </a:rPr>
              <a:t>Body text</a:t>
            </a:r>
            <a:endParaRPr b="0" lang="en-US" sz="3170" spc="-1" strike="noStrike">
              <a:solidFill>
                <a:schemeClr val="dk1"/>
              </a:solidFill>
              <a:latin typeface="Segoe UI"/>
            </a:endParaRPr>
          </a:p>
        </p:txBody>
      </p:sp>
      <p:pic>
        <p:nvPicPr>
          <p:cNvPr id="89" name="Picture 6" descr="master_bluesidebar.eps"/>
          <p:cNvPicPr/>
          <p:nvPr/>
        </p:nvPicPr>
        <p:blipFill>
          <a:blip r:embed="rId2"/>
          <a:stretch/>
        </p:blipFill>
        <p:spPr>
          <a:xfrm>
            <a:off x="0" y="464040"/>
            <a:ext cx="122760" cy="918360"/>
          </a:xfrm>
          <a:prstGeom prst="rect">
            <a:avLst/>
          </a:prstGeom>
          <a:ln w="0">
            <a:noFill/>
          </a:ln>
        </p:spPr>
      </p:pic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538920" y="560520"/>
            <a:ext cx="11144880" cy="64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777"/>
              </a:spcBef>
              <a:buNone/>
              <a:tabLst>
                <a:tab algn="l" pos="0"/>
              </a:tabLst>
            </a:pPr>
            <a:r>
              <a:rPr b="1" lang="en-US" sz="3890" spc="-1" strike="noStrike">
                <a:solidFill>
                  <a:srgbClr val="13294b"/>
                </a:solidFill>
                <a:latin typeface="Segoe UI"/>
              </a:rPr>
              <a:t>Title of slide</a:t>
            </a:r>
            <a:endParaRPr b="0" lang="en-US" sz="3890" spc="-1" strike="noStrike">
              <a:solidFill>
                <a:schemeClr val="dk1"/>
              </a:solidFill>
              <a:latin typeface="Segoe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15D6A201-1CF7-4FF6-BD90-F76E12FB6283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95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body"/>
          </p:nvPr>
        </p:nvSpPr>
        <p:spPr>
          <a:xfrm>
            <a:off x="538920" y="1436760"/>
            <a:ext cx="5421240" cy="4488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635"/>
              </a:spcBef>
              <a:buNone/>
              <a:tabLst>
                <a:tab algn="l" pos="0"/>
              </a:tabLst>
            </a:pPr>
            <a:r>
              <a:rPr b="0" lang="en-US" sz="3170" spc="-1" strike="noStrike">
                <a:solidFill>
                  <a:srgbClr val="13294b"/>
                </a:solidFill>
                <a:latin typeface="Segoe UI"/>
                <a:ea typeface="Arial"/>
              </a:rPr>
              <a:t>Body text</a:t>
            </a:r>
            <a:endParaRPr b="0" lang="en-US" sz="3170" spc="-1" strike="noStrike">
              <a:solidFill>
                <a:schemeClr val="dk1"/>
              </a:solidFill>
              <a:latin typeface="Segoe UI"/>
            </a:endParaRPr>
          </a:p>
        </p:txBody>
      </p:sp>
      <p:pic>
        <p:nvPicPr>
          <p:cNvPr id="97" name="Picture 6" descr="master_bluesidebar.eps"/>
          <p:cNvPicPr/>
          <p:nvPr/>
        </p:nvPicPr>
        <p:blipFill>
          <a:blip r:embed="rId2"/>
          <a:stretch/>
        </p:blipFill>
        <p:spPr>
          <a:xfrm>
            <a:off x="0" y="464040"/>
            <a:ext cx="122760" cy="918360"/>
          </a:xfrm>
          <a:prstGeom prst="rect">
            <a:avLst/>
          </a:prstGeom>
          <a:ln w="0">
            <a:noFill/>
          </a:ln>
        </p:spPr>
      </p:pic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145200" y="1436760"/>
            <a:ext cx="5421240" cy="4488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635"/>
              </a:spcBef>
              <a:buNone/>
              <a:tabLst>
                <a:tab algn="l" pos="0"/>
              </a:tabLst>
            </a:pPr>
            <a:r>
              <a:rPr b="0" lang="en-US" sz="3170" spc="-1" strike="noStrike">
                <a:solidFill>
                  <a:srgbClr val="13294b"/>
                </a:solidFill>
                <a:latin typeface="Segoe UI"/>
                <a:ea typeface="Arial"/>
              </a:rPr>
              <a:t>Body text</a:t>
            </a:r>
            <a:endParaRPr b="0" lang="en-US" sz="3170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538920" y="560520"/>
            <a:ext cx="11144880" cy="64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777"/>
              </a:spcBef>
              <a:buNone/>
              <a:tabLst>
                <a:tab algn="l" pos="0"/>
              </a:tabLst>
            </a:pPr>
            <a:r>
              <a:rPr b="1" lang="en-US" sz="3890" spc="-1" strike="noStrike">
                <a:solidFill>
                  <a:srgbClr val="13294b"/>
                </a:solidFill>
                <a:latin typeface="Segoe UI"/>
              </a:rPr>
              <a:t>Title of slide</a:t>
            </a:r>
            <a:endParaRPr b="0" lang="en-US" sz="3890" spc="-1" strike="noStrike">
              <a:solidFill>
                <a:schemeClr val="dk1"/>
              </a:solidFill>
              <a:latin typeface="Segoe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F8E5F99C-26AE-4CAB-8099-BDC9EAFA30E7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02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03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04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pic>
        <p:nvPicPr>
          <p:cNvPr id="105" name="Picture 6" descr="master_bluesidebar.eps"/>
          <p:cNvPicPr/>
          <p:nvPr/>
        </p:nvPicPr>
        <p:blipFill>
          <a:blip r:embed="rId2"/>
          <a:stretch/>
        </p:blipFill>
        <p:spPr>
          <a:xfrm>
            <a:off x="0" y="464040"/>
            <a:ext cx="122760" cy="918360"/>
          </a:xfrm>
          <a:prstGeom prst="rect">
            <a:avLst/>
          </a:prstGeom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body"/>
          </p:nvPr>
        </p:nvSpPr>
        <p:spPr>
          <a:xfrm>
            <a:off x="538920" y="1418760"/>
            <a:ext cx="11102760" cy="449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i="1" lang="en-US" sz="1410" spc="-1" strike="noStrike">
                <a:solidFill>
                  <a:schemeClr val="lt1">
                    <a:lumMod val="50000"/>
                  </a:schemeClr>
                </a:solidFill>
                <a:latin typeface="Segoe UI"/>
              </a:rPr>
              <a:t>Click below to insert media</a:t>
            </a:r>
            <a:endParaRPr b="0" lang="en-US" sz="1410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38920" y="560520"/>
            <a:ext cx="11144880" cy="64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49280">
              <a:lnSpc>
                <a:spcPct val="100000"/>
              </a:lnSpc>
              <a:spcBef>
                <a:spcPts val="777"/>
              </a:spcBef>
              <a:buNone/>
              <a:tabLst>
                <a:tab algn="l" pos="0"/>
              </a:tabLst>
            </a:pPr>
            <a:r>
              <a:rPr b="1" lang="en-US" sz="3890" spc="-1" strike="noStrike">
                <a:solidFill>
                  <a:srgbClr val="142958"/>
                </a:solidFill>
                <a:latin typeface="Segoe UI"/>
              </a:rPr>
              <a:t>Title of slide</a:t>
            </a:r>
            <a:endParaRPr b="0" lang="en-US" sz="3890" spc="-1" strike="noStrike">
              <a:solidFill>
                <a:schemeClr val="dk1"/>
              </a:solidFill>
              <a:latin typeface="Segoe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5"/>
          <p:cNvSpPr/>
          <p:nvPr/>
        </p:nvSpPr>
        <p:spPr>
          <a:xfrm>
            <a:off x="9955440" y="6512760"/>
            <a:ext cx="2236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fld id="{54EA2316-243C-43DD-9FD5-615CC0A316C0}" type="slidenum">
              <a:rPr b="0" lang="en-US" sz="1770" spc="-1" strike="noStrike">
                <a:solidFill>
                  <a:schemeClr val="dk1"/>
                </a:solidFill>
                <a:latin typeface="Segoe UI"/>
              </a:rPr>
              <a:t>&lt;number&gt;</a:t>
            </a:fld>
            <a:endParaRPr b="0" lang="en-US" sz="1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10" name="Rectangle 2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11" name="Rectangle 3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  <p:sp>
        <p:nvSpPr>
          <p:cNvPr id="112" name="Rectangle 4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Segoe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6"/>
          <p:cNvSpPr/>
          <p:nvPr/>
        </p:nvSpPr>
        <p:spPr>
          <a:xfrm>
            <a:off x="0" y="6669000"/>
            <a:ext cx="1328400" cy="188640"/>
          </a:xfrm>
          <a:prstGeom prst="rect">
            <a:avLst/>
          </a:prstGeom>
          <a:solidFill>
            <a:srgbClr val="001e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14" name="Rectangle 7"/>
          <p:cNvSpPr/>
          <p:nvPr/>
        </p:nvSpPr>
        <p:spPr>
          <a:xfrm>
            <a:off x="2657520" y="6669000"/>
            <a:ext cx="1328400" cy="188640"/>
          </a:xfrm>
          <a:prstGeom prst="rect">
            <a:avLst/>
          </a:prstGeom>
          <a:solidFill>
            <a:srgbClr val="d500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15" name="Rectangle 8"/>
          <p:cNvSpPr/>
          <p:nvPr/>
        </p:nvSpPr>
        <p:spPr>
          <a:xfrm>
            <a:off x="1328760" y="6669000"/>
            <a:ext cx="1328400" cy="188640"/>
          </a:xfrm>
          <a:prstGeom prst="rect">
            <a:avLst/>
          </a:prstGeom>
          <a:solidFill>
            <a:srgbClr val="41b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16" name="Rectangle 9"/>
          <p:cNvSpPr/>
          <p:nvPr/>
        </p:nvSpPr>
        <p:spPr>
          <a:xfrm>
            <a:off x="3986280" y="6669000"/>
            <a:ext cx="1328400" cy="188640"/>
          </a:xfrm>
          <a:prstGeom prst="rect">
            <a:avLst/>
          </a:prstGeom>
          <a:solidFill>
            <a:srgbClr val="ffb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sto MT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sldNum" idx="16"/>
          </p:nvPr>
        </p:nvSpPr>
        <p:spPr>
          <a:xfrm>
            <a:off x="9347040" y="649296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505FDF-5560-433F-987C-94EB8E3DA64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sto MT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Edit Master text styles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SzPct val="90000"/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/>
          </p:nvPr>
        </p:nvSpPr>
        <p:spPr>
          <a:xfrm>
            <a:off x="1072440" y="3132360"/>
            <a:ext cx="9303480" cy="158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chemeClr val="lt1"/>
                </a:solidFill>
                <a:latin typeface="Arial"/>
              </a:rPr>
              <a:t>ECE 465 – Hypothetical Lab Kit</a:t>
            </a:r>
            <a:endParaRPr b="0" lang="en-US" sz="40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chemeClr val="lt1"/>
                </a:solidFill>
                <a:latin typeface="Arial"/>
              </a:rPr>
              <a:t>Joshua Sipos</a:t>
            </a:r>
            <a:endParaRPr b="0" lang="en-US" sz="4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072440" y="1041840"/>
            <a:ext cx="9303480" cy="200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48151"/>
          </a:bodyPr>
          <a:p>
            <a:pPr indent="0" defTabSz="457200">
              <a:lnSpc>
                <a:spcPct val="10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7000" spc="-1" strike="noStrike">
                <a:solidFill>
                  <a:schemeClr val="lt1"/>
                </a:solidFill>
                <a:latin typeface="Arial"/>
              </a:rPr>
              <a:t>ECE 465</a:t>
            </a:r>
            <a:endParaRPr b="0" lang="en-US" sz="7000" spc="-1" strike="noStrike">
              <a:solidFill>
                <a:schemeClr val="dk1"/>
              </a:solidFill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7000" spc="-1" strike="noStrike">
                <a:solidFill>
                  <a:schemeClr val="lt1"/>
                </a:solidFill>
                <a:latin typeface="Arial"/>
              </a:rPr>
              <a:t>Digital Systems Design</a:t>
            </a:r>
            <a:endParaRPr b="0" lang="en-US" sz="7000" spc="-1" strike="noStrike">
              <a:solidFill>
                <a:schemeClr val="dk1"/>
              </a:solidFill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7000" spc="-1" strike="noStrike">
                <a:solidFill>
                  <a:schemeClr val="lt1"/>
                </a:solidFill>
                <a:latin typeface="Arial"/>
              </a:rPr>
              <a:t>Fall 2023</a:t>
            </a:r>
            <a:endParaRPr b="0" lang="en-US" sz="70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Motivation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514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Understanding of teaching practices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432ff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0432ff"/>
                </a:solidFill>
                <a:latin typeface="Arial"/>
              </a:rPr>
              <a:t>Wanted to leave my comfort Zone.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Always made a technical tool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432ff"/>
              </a:buClr>
              <a:buSzPct val="90000"/>
              <a:buFont typeface="Arial"/>
              <a:buChar char="–"/>
            </a:pPr>
            <a:r>
              <a:rPr b="1" lang="en-US" sz="1600" spc="-1" strike="noStrike">
                <a:solidFill>
                  <a:srgbClr val="0432ff"/>
                </a:solidFill>
                <a:latin typeface="Arial"/>
              </a:rPr>
              <a:t>Cool to look at, but only useful during a demonstration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Wanted to explore technical writing more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432ff"/>
              </a:buClr>
              <a:buSzPct val="90000"/>
              <a:buFont typeface="Arial"/>
              <a:buChar char="–"/>
            </a:pPr>
            <a:r>
              <a:rPr b="1" lang="en-US" sz="1600" spc="-1" strike="noStrike">
                <a:solidFill>
                  <a:srgbClr val="0432ff"/>
                </a:solidFill>
                <a:latin typeface="Arial"/>
              </a:rPr>
              <a:t>I’ve had job experiences with technical writing 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432ff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0432ff"/>
                </a:solidFill>
                <a:latin typeface="Arial"/>
              </a:rPr>
              <a:t>Better understanding of the material being taught in the lecture sections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432ff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0432ff"/>
                </a:solidFill>
                <a:latin typeface="Arial"/>
              </a:rPr>
              <a:t>Designing a course 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</a:pP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360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B901A0A-56FB-4949-82A8-384E89ACBE3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Problem Statement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514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Should ECE 465 have a laboratory/discussion session?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Having this session would be able to help boost current student understanding of the current 465 curriculum.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Other questions to ask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Is the time and effort to create a lab section worth it?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In reality could the outcomes 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E56CB1B-F2C8-460B-99C9-59948B148553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Choosing the Curriculum  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514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Questions to ask are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Which program is suited most for the lab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What happens when that program works great but hard to obtain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Synopsis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Modelsim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Sure these programs work great but can the class support it with their hardware?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How can one convey information that’s digestiable to students?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BEB87787-4D66-435C-ADEB-174ACB91DCD6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Techniques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514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Create around 10 laboratory sessions that students would use in the lab session. 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432ff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0432ff"/>
                </a:solidFill>
                <a:latin typeface="Arial"/>
              </a:rPr>
              <a:t>Each lab has a similar format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Reinforce the theory behind the concepts taught in the lecture that week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Introduce a practical application of the concept in order to better connect ideas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Have the students reproduce the concept physically. (Typically in Circuritverse)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432ff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0432ff"/>
                </a:solidFill>
                <a:latin typeface="Arial"/>
              </a:rPr>
              <a:t>Circuitverse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Intuitive program that is simple to use, but powerful once fully understood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Students may not be able to afford powerful laptops, or computers to be able to run more powerful hardware simulation programs.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80808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432ff"/>
                </a:solidFill>
                <a:latin typeface="Arial"/>
              </a:rPr>
              <a:t>Free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432ff"/>
              </a:buClr>
              <a:buSzPct val="90000"/>
              <a:buFont typeface="Arial"/>
              <a:buChar char="–"/>
            </a:pPr>
            <a:r>
              <a:rPr b="1" lang="en-US" sz="1600" spc="-1" strike="noStrike">
                <a:solidFill>
                  <a:srgbClr val="0432ff"/>
                </a:solidFill>
                <a:latin typeface="Arial"/>
              </a:rPr>
              <a:t>Model Sim requires an account to be made and is given a free version 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432ff"/>
              </a:buClr>
              <a:buSzPct val="90000"/>
              <a:buFont typeface="Arial"/>
              <a:buChar char="–"/>
            </a:pPr>
            <a:r>
              <a:rPr b="1" lang="en-US" sz="1600" spc="-1" strike="noStrike">
                <a:solidFill>
                  <a:srgbClr val="0432ff"/>
                </a:solidFill>
                <a:latin typeface="Arial"/>
              </a:rPr>
              <a:t>Synopsys can be acquired through the department, albeit through many hoops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37204F-02A3-495B-B4C1-6B9839BEE3B6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Examples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609480" y="993960"/>
            <a:ext cx="10972440" cy="514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Lab 1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Introduces students to circuitverse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Assumes that no students has even heard of circuitverse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Mixes new concepts with familiar concepts such as basic circuits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marL="343080" indent="-343080" defTabSz="457200">
              <a:spcBef>
                <a:spcPts val="1417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Lab 5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Reintroduces concepts learned in class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en-US" sz="2400" spc="-1" strike="noStrike">
                <a:solidFill>
                  <a:srgbClr val="0432ff"/>
                </a:solidFill>
                <a:latin typeface="Arial"/>
              </a:rPr>
              <a:t>Provides a real world example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B32FA6D4-E3B7-40B8-B46E-EA313725A655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The project results in a better understanding of the concepts taught and their applications.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The student has a better idea of how the course contents reflect into the field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</a:rPr>
              <a:t>Student learns new concepts that aren’t necessarily taught in the lecture</a:t>
            </a:r>
            <a:endParaRPr b="0" lang="en-US" sz="24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Circuitverse 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Verilog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Results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AAB1D6-FEDE-40E3-8503-649C81FBED9B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/>
          </p:nvPr>
        </p:nvSpPr>
        <p:spPr>
          <a:xfrm>
            <a:off x="609480" y="993960"/>
            <a:ext cx="109724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2a6099"/>
                </a:solidFill>
                <a:latin typeface="Arial"/>
              </a:rPr>
              <a:t>Successes</a:t>
            </a:r>
            <a:endParaRPr b="1" lang="en-US" sz="2400" spc="-1" strike="noStrike">
              <a:solidFill>
                <a:srgbClr val="2a6099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</a:rPr>
              <a:t> </a:t>
            </a:r>
            <a:r>
              <a:rPr b="1" lang="en-US" sz="2000" spc="-1" strike="noStrike">
                <a:solidFill>
                  <a:srgbClr val="2a6099"/>
                </a:solidFill>
                <a:latin typeface="Arial"/>
              </a:rPr>
              <a:t>Able to put together a simple curriculum that is easy to build off of in the future if needed</a:t>
            </a:r>
            <a:endParaRPr b="1" lang="en-US" sz="2000" spc="-1" strike="noStrike">
              <a:solidFill>
                <a:srgbClr val="2a6099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</a:rPr>
              <a:t>Proved case that a discussion section is possible with ECE 465</a:t>
            </a:r>
            <a:endParaRPr b="1" lang="en-US" sz="2000" spc="-1" strike="noStrike">
              <a:solidFill>
                <a:srgbClr val="2a6099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c0504d"/>
              </a:buClr>
              <a:buFont typeface="Andale Mono"/>
              <a:buChar char="▸"/>
            </a:pPr>
            <a:r>
              <a:rPr b="1" lang="en-US" sz="2400" spc="-1" strike="noStrike">
                <a:solidFill>
                  <a:srgbClr val="2a6099"/>
                </a:solidFill>
                <a:latin typeface="Arial"/>
              </a:rPr>
              <a:t>Improvements for future</a:t>
            </a:r>
            <a:endParaRPr b="1" lang="en-US" sz="2400" spc="-1" strike="noStrike">
              <a:solidFill>
                <a:srgbClr val="2a6099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</a:rPr>
              <a:t>Fleshing out some labs</a:t>
            </a:r>
            <a:endParaRPr b="1" lang="en-US" sz="2000" spc="-1" strike="noStrike">
              <a:solidFill>
                <a:srgbClr val="2a6099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80000"/>
              <a:buFont typeface="Arial"/>
              <a:buChar char="–"/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</a:rPr>
              <a:t>Adding another lab for harder to understand subjects</a:t>
            </a:r>
            <a:endParaRPr b="1" lang="en-US" sz="2000" spc="-1" strike="noStrike">
              <a:solidFill>
                <a:srgbClr val="2a6099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title"/>
          </p:nvPr>
        </p:nvSpPr>
        <p:spPr>
          <a:xfrm>
            <a:off x="644040" y="23760"/>
            <a:ext cx="10938240" cy="73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001e62"/>
                </a:solidFill>
                <a:latin typeface="Arial"/>
              </a:rPr>
              <a:t>Conclusion</a:t>
            </a:r>
            <a:endParaRPr b="0" lang="en-US" sz="3200" spc="-1" strike="noStrike">
              <a:solidFill>
                <a:schemeClr val="dk1"/>
              </a:solidFill>
              <a:latin typeface="Calisto M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E61BF03-4596-458F-9118-F47CB906ACC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Content Slides - Blue Tex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bjitStyl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zhang-heterocl-030218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enesis">
      <a:majorFont>
        <a:latin typeface="Calisto MT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39062</TotalTime>
  <Application>LibreOffice/24.2.7.2$Linux_X86_64 LibreOffice_project/420$Build-2</Application>
  <AppVersion>15.0000</AppVersion>
  <Words>322</Words>
  <Paragraphs>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2019-02-11T01:50:13Z</dcterms:created>
  <dc:creator>Yi-Hsiang Lai</dc:creator>
  <dc:description/>
  <dc:language>en-US</dc:language>
  <cp:lastModifiedBy/>
  <cp:lastPrinted>2019-02-19T16:44:09Z</cp:lastPrinted>
  <dcterms:modified xsi:type="dcterms:W3CDTF">2026-04-30T14:21:27Z</dcterms:modified>
  <cp:revision>2087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6</vt:i4>
  </property>
</Properties>
</file>