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72" r:id="rId1"/>
    <p:sldMasterId id="2147483681" r:id="rId2"/>
  </p:sldMasterIdLst>
  <p:notesMasterIdLst>
    <p:notesMasterId r:id="rId9"/>
  </p:notesMasterIdLst>
  <p:sldIdLst>
    <p:sldId id="256" r:id="rId3"/>
    <p:sldId id="1771" r:id="rId4"/>
    <p:sldId id="1772" r:id="rId5"/>
    <p:sldId id="1773" r:id="rId6"/>
    <p:sldId id="1774" r:id="rId7"/>
    <p:sldId id="177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66FF33"/>
    <a:srgbClr val="9900CC"/>
    <a:srgbClr val="00FF00"/>
    <a:srgbClr val="6600CC"/>
    <a:srgbClr val="CC00FF"/>
    <a:srgbClr val="3366FF"/>
    <a:srgbClr val="CC66FF"/>
    <a:srgbClr val="009900"/>
    <a:srgbClr val="001E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68"/>
    <p:restoredTop sz="80751" autoAdjust="0"/>
  </p:normalViewPr>
  <p:slideViewPr>
    <p:cSldViewPr snapToGrid="0" snapToObjects="1">
      <p:cViewPr varScale="1">
        <p:scale>
          <a:sx n="87" d="100"/>
          <a:sy n="87" d="100"/>
        </p:scale>
        <p:origin x="1308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AF191-CE68-8B4F-8E60-7A706B4039A5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085086-FD1A-294C-B1DF-7680A6110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990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85086-FD1A-294C-B1DF-7680A6110C7A}" type="slidenum">
              <a:rPr lang="en-US" smtClean="0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473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>
            <a:normAutofit/>
          </a:bodyPr>
          <a:lstStyle>
            <a:lvl1pPr>
              <a:defRPr sz="3200">
                <a:solidFill>
                  <a:srgbClr val="000000"/>
                </a:solidFill>
                <a:latin typeface="Helvetica"/>
                <a:cs typeface="Helvetica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Helvetica"/>
                <a:cs typeface="Helvetic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6.jpg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457" y="1"/>
            <a:ext cx="12252960" cy="41900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" y="431766"/>
            <a:ext cx="12235503" cy="0"/>
          </a:xfrm>
          <a:prstGeom prst="line">
            <a:avLst/>
          </a:prstGeom>
          <a:ln w="28575" cmpd="sng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914400" y="538690"/>
            <a:ext cx="10363200" cy="1236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solidFill>
                  <a:srgbClr val="000000"/>
                </a:solidFill>
                <a:latin typeface="Cambria"/>
                <a:ea typeface="+mj-ea"/>
                <a:cs typeface="Cambria"/>
              </a:defRPr>
            </a:lvl1pPr>
          </a:lstStyle>
          <a:p>
            <a:endParaRPr lang="en-US" sz="2400" dirty="0">
              <a:solidFill>
                <a:srgbClr val="FF0000"/>
              </a:solidFill>
              <a:latin typeface="Palatino"/>
              <a:cs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57213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7200" y="6492876"/>
            <a:ext cx="2844800" cy="365125"/>
          </a:xfrm>
        </p:spPr>
        <p:txBody>
          <a:bodyPr/>
          <a:lstStyle>
            <a:lvl1pPr algn="r">
              <a:defRPr/>
            </a:lvl1pPr>
          </a:lstStyle>
          <a:p>
            <a:fld id="{97AC7950-78DC-344A-923E-55CEC8EC34B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94030"/>
            <a:ext cx="10972800" cy="4525963"/>
          </a:xfrm>
        </p:spPr>
        <p:txBody>
          <a:bodyPr>
            <a:normAutofit/>
          </a:bodyPr>
          <a:lstStyle>
            <a:lvl1pPr marL="342900" indent="-342900">
              <a:buFont typeface="Andale Mono"/>
              <a:buChar char="▸"/>
              <a:defRPr sz="2400" b="0" i="0">
                <a:latin typeface="Helvetica" pitchFamily="2" charset="0"/>
                <a:cs typeface="Calibri" panose="020F0502020204030204" pitchFamily="34" charset="0"/>
              </a:defRPr>
            </a:lvl1pPr>
            <a:lvl2pPr>
              <a:defRPr sz="2000" b="0" i="0">
                <a:latin typeface="Helvetica" pitchFamily="2" charset="0"/>
                <a:cs typeface="Calibri" panose="020F0502020204030204" pitchFamily="34" charset="0"/>
              </a:defRPr>
            </a:lvl2pPr>
            <a:lvl3pPr>
              <a:defRPr sz="1800" b="0" i="0">
                <a:latin typeface="Helvetica" pitchFamily="2" charset="0"/>
                <a:cs typeface="Calibri" panose="020F0502020204030204" pitchFamily="34" charset="0"/>
              </a:defRPr>
            </a:lvl3pPr>
            <a:lvl4pPr>
              <a:defRPr sz="1600" b="0" i="0">
                <a:latin typeface="Helvetica" pitchFamily="2" charset="0"/>
                <a:cs typeface="Calibri" panose="020F0502020204030204" pitchFamily="34" charset="0"/>
              </a:defRPr>
            </a:lvl4pPr>
            <a:lvl5pPr>
              <a:defRPr sz="1600" b="0" i="0">
                <a:latin typeface="Helvetica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927" y="23850"/>
            <a:ext cx="10938473" cy="731170"/>
          </a:xfrm>
        </p:spPr>
        <p:txBody>
          <a:bodyPr>
            <a:normAutofit/>
          </a:bodyPr>
          <a:lstStyle>
            <a:lvl1pPr algn="l">
              <a:defRPr lang="en-US" sz="3200" b="1" i="0" kern="1200" dirty="0">
                <a:solidFill>
                  <a:srgbClr val="001E62"/>
                </a:solidFill>
                <a:latin typeface="Helvetica"/>
                <a:ea typeface="+mn-ea"/>
                <a:cs typeface="Helvetica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26939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C7950-78DC-344A-923E-55CEC8EC34B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517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C7950-78DC-344A-923E-55CEC8EC3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64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C7950-78DC-344A-923E-55CEC8EC3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018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C7950-78DC-344A-923E-55CEC8EC3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939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w/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top sign in front of a building&#10;&#10;Description automatically generated">
            <a:extLst>
              <a:ext uri="{FF2B5EF4-FFF2-40B4-BE49-F238E27FC236}">
                <a16:creationId xmlns:a16="http://schemas.microsoft.com/office/drawing/2014/main" id="{13B4E2CD-258A-D447-A15A-641CFD09D1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753" b="1278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AE96F-8C19-B84A-9D72-E290801E02F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72466" y="3972551"/>
            <a:ext cx="9303986" cy="1581735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subhead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CFE74584-2B99-AD46-8276-5D67B3BAFA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2466" y="1903421"/>
            <a:ext cx="9303986" cy="2006600"/>
          </a:xfrm>
        </p:spPr>
        <p:txBody>
          <a:bodyPr anchor="b">
            <a:normAutofit/>
          </a:bodyPr>
          <a:lstStyle>
            <a:lvl1pPr marL="0" indent="0">
              <a:buNone/>
              <a:defRPr sz="7000" b="1" i="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808C493-497A-F143-8245-24DF34F59C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5422" y="5965627"/>
            <a:ext cx="32131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006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788" y="291690"/>
            <a:ext cx="11145212" cy="64129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530" b="1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Title of slide</a:t>
            </a: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538788" y="1109315"/>
            <a:ext cx="11145212" cy="5097634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176" b="0" i="0" baseline="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pic>
        <p:nvPicPr>
          <p:cNvPr id="5" name="Picture 4" descr="master_blueside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4203"/>
            <a:ext cx="123152" cy="91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330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538787" y="1441077"/>
            <a:ext cx="11206788" cy="4484594"/>
          </a:xfrm>
          <a:prstGeom prst="rect">
            <a:avLst/>
          </a:prstGeom>
        </p:spPr>
        <p:txBody>
          <a:bodyPr vert="horz"/>
          <a:lstStyle>
            <a:lvl1pPr marL="337072" indent="-337072">
              <a:buFont typeface="Wingdings" panose="05000000000000000000" pitchFamily="2" charset="2"/>
              <a:buChar char="§"/>
              <a:defRPr b="0" i="0">
                <a:solidFill>
                  <a:srgbClr val="13294B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solidFill>
                  <a:srgbClr val="13294B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solidFill>
                  <a:srgbClr val="13294B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solidFill>
                  <a:srgbClr val="13294B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rgbClr val="13294B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788" y="560538"/>
            <a:ext cx="11145212" cy="64129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883" b="1" i="0" baseline="0">
                <a:solidFill>
                  <a:srgbClr val="13294B"/>
                </a:solidFill>
                <a:latin typeface="+mj-lt"/>
                <a:cs typeface="Arial Narrow" panose="020B0606020202030204" pitchFamily="34" charset="0"/>
              </a:defRPr>
            </a:lvl1pPr>
          </a:lstStyle>
          <a:p>
            <a:pPr lvl="0"/>
            <a:r>
              <a:rPr lang="en-US" dirty="0"/>
              <a:t>Title of slide</a:t>
            </a:r>
          </a:p>
        </p:txBody>
      </p:sp>
    </p:spTree>
    <p:extLst>
      <p:ext uri="{BB962C8B-B14F-4D97-AF65-F5344CB8AC3E}">
        <p14:creationId xmlns:p14="http://schemas.microsoft.com/office/powerpoint/2010/main" val="3663109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Text and 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3" hasCustomPrompt="1"/>
          </p:nvPr>
        </p:nvSpPr>
        <p:spPr>
          <a:xfrm>
            <a:off x="8051031" y="1418908"/>
            <a:ext cx="3590846" cy="4470904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1412" i="1" baseline="0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below</a:t>
            </a:r>
          </a:p>
          <a:p>
            <a:pPr lvl="0"/>
            <a:r>
              <a:rPr lang="en-US" dirty="0"/>
              <a:t>to insert media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38787" y="1436838"/>
            <a:ext cx="7219758" cy="4452974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176" b="0" i="0" baseline="0">
                <a:solidFill>
                  <a:srgbClr val="13294B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pic>
        <p:nvPicPr>
          <p:cNvPr id="7" name="Picture 6" descr="master_blueside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4203"/>
            <a:ext cx="123152" cy="918882"/>
          </a:xfrm>
          <a:prstGeom prst="rect">
            <a:avLst/>
          </a:prstGeom>
        </p:spPr>
      </p:pic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788" y="560538"/>
            <a:ext cx="11145212" cy="64129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883" b="1" i="0" baseline="0">
                <a:solidFill>
                  <a:srgbClr val="13294B"/>
                </a:solidFill>
                <a:latin typeface="+mj-lt"/>
                <a:cs typeface="Arial Narrow" panose="020B0606020202030204" pitchFamily="34" charset="0"/>
              </a:defRPr>
            </a:lvl1pPr>
          </a:lstStyle>
          <a:p>
            <a:pPr lvl="0"/>
            <a:r>
              <a:rPr lang="en-US" dirty="0"/>
              <a:t>Title of slide</a:t>
            </a:r>
          </a:p>
        </p:txBody>
      </p:sp>
    </p:spTree>
    <p:extLst>
      <p:ext uri="{BB962C8B-B14F-4D97-AF65-F5344CB8AC3E}">
        <p14:creationId xmlns:p14="http://schemas.microsoft.com/office/powerpoint/2010/main" val="4278533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-by-sid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38788" y="1436838"/>
            <a:ext cx="5421746" cy="448883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176" b="0" i="0" baseline="0">
                <a:solidFill>
                  <a:srgbClr val="13294B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pic>
        <p:nvPicPr>
          <p:cNvPr id="7" name="Picture 6" descr="master_blueside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4203"/>
            <a:ext cx="123152" cy="918882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6" hasCustomPrompt="1"/>
          </p:nvPr>
        </p:nvSpPr>
        <p:spPr>
          <a:xfrm>
            <a:off x="6145262" y="1436838"/>
            <a:ext cx="5421746" cy="448883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176" b="0" i="0" baseline="0">
                <a:solidFill>
                  <a:srgbClr val="13294B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788" y="560538"/>
            <a:ext cx="11145212" cy="64129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883" b="1" i="0" baseline="0">
                <a:solidFill>
                  <a:srgbClr val="13294B"/>
                </a:solidFill>
                <a:latin typeface="+mj-lt"/>
                <a:cs typeface="Arial Narrow" panose="020B0606020202030204" pitchFamily="34" charset="0"/>
              </a:defRPr>
            </a:lvl1pPr>
          </a:lstStyle>
          <a:p>
            <a:pPr lvl="0"/>
            <a:r>
              <a:rPr lang="en-US" dirty="0"/>
              <a:t>Title of slide</a:t>
            </a:r>
          </a:p>
        </p:txBody>
      </p:sp>
    </p:spTree>
    <p:extLst>
      <p:ext uri="{BB962C8B-B14F-4D97-AF65-F5344CB8AC3E}">
        <p14:creationId xmlns:p14="http://schemas.microsoft.com/office/powerpoint/2010/main" val="195796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master_blueside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4203"/>
            <a:ext cx="123152" cy="918882"/>
          </a:xfrm>
          <a:prstGeom prst="rect">
            <a:avLst/>
          </a:prstGeom>
        </p:spPr>
      </p:pic>
      <p:sp>
        <p:nvSpPr>
          <p:cNvPr id="9" name="Content Placeholder 9"/>
          <p:cNvSpPr>
            <a:spLocks noGrp="1"/>
          </p:cNvSpPr>
          <p:nvPr>
            <p:ph sz="quarter" idx="13" hasCustomPrompt="1"/>
          </p:nvPr>
        </p:nvSpPr>
        <p:spPr>
          <a:xfrm>
            <a:off x="538788" y="1418908"/>
            <a:ext cx="11103088" cy="4497798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1412" i="1" baseline="0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below to insert media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788" y="560538"/>
            <a:ext cx="11145212" cy="64129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883" b="1" i="0" baseline="0">
                <a:solidFill>
                  <a:srgbClr val="142958"/>
                </a:solidFill>
                <a:latin typeface="+mj-lt"/>
                <a:cs typeface="Arial Narrow" panose="020B0606020202030204" pitchFamily="34" charset="0"/>
              </a:defRPr>
            </a:lvl1pPr>
          </a:lstStyle>
          <a:p>
            <a:pPr lvl="0"/>
            <a:r>
              <a:rPr lang="en-US" dirty="0"/>
              <a:t>Title of slide</a:t>
            </a:r>
          </a:p>
        </p:txBody>
      </p:sp>
    </p:spTree>
    <p:extLst>
      <p:ext uri="{BB962C8B-B14F-4D97-AF65-F5344CB8AC3E}">
        <p14:creationId xmlns:p14="http://schemas.microsoft.com/office/powerpoint/2010/main" val="3259762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1423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C7950-78DC-344A-923E-55CEC8EC34B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158A2C-5960-159D-1069-11D2724C15E2}"/>
              </a:ext>
            </a:extLst>
          </p:cNvPr>
          <p:cNvSpPr/>
          <p:nvPr userDrawn="1"/>
        </p:nvSpPr>
        <p:spPr>
          <a:xfrm>
            <a:off x="0" y="6669024"/>
            <a:ext cx="1328738" cy="188976"/>
          </a:xfrm>
          <a:prstGeom prst="rect">
            <a:avLst/>
          </a:prstGeom>
          <a:solidFill>
            <a:srgbClr val="001E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9C95CF-D2D0-FD86-A0CB-C7D3300083BA}"/>
              </a:ext>
            </a:extLst>
          </p:cNvPr>
          <p:cNvSpPr/>
          <p:nvPr userDrawn="1"/>
        </p:nvSpPr>
        <p:spPr>
          <a:xfrm>
            <a:off x="2657476" y="6669024"/>
            <a:ext cx="1328738" cy="188976"/>
          </a:xfrm>
          <a:prstGeom prst="rect">
            <a:avLst/>
          </a:prstGeom>
          <a:solidFill>
            <a:srgbClr val="D500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B14BEA-60EA-4C8F-434F-73D83EC02E1F}"/>
              </a:ext>
            </a:extLst>
          </p:cNvPr>
          <p:cNvSpPr/>
          <p:nvPr userDrawn="1"/>
        </p:nvSpPr>
        <p:spPr>
          <a:xfrm>
            <a:off x="1328738" y="6669024"/>
            <a:ext cx="1328738" cy="188976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4F7847-B387-3AAC-D315-7ECAC3A15DB0}"/>
              </a:ext>
            </a:extLst>
          </p:cNvPr>
          <p:cNvSpPr/>
          <p:nvPr userDrawn="1"/>
        </p:nvSpPr>
        <p:spPr>
          <a:xfrm>
            <a:off x="3986214" y="6669024"/>
            <a:ext cx="1328738" cy="188976"/>
          </a:xfrm>
          <a:prstGeom prst="rect">
            <a:avLst/>
          </a:prstGeom>
          <a:solidFill>
            <a:srgbClr val="FFBF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707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8" r:id="rId5"/>
    <p:sldLayoutId id="2147483679" r:id="rId6"/>
    <p:sldLayoutId id="2147483688" r:id="rId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2800" b="1" kern="1200">
          <a:solidFill>
            <a:srgbClr val="001E62"/>
          </a:solidFill>
          <a:latin typeface="Helvetica"/>
          <a:ea typeface="+mj-ea"/>
          <a:cs typeface="Helvetica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2"/>
        </a:buClr>
        <a:buFont typeface="Andale Mono"/>
        <a:buChar char="▹"/>
        <a:defRPr sz="2400" kern="1200">
          <a:solidFill>
            <a:schemeClr val="tx1"/>
          </a:solidFill>
          <a:latin typeface="Helvetica"/>
          <a:ea typeface="+mn-ea"/>
          <a:cs typeface="Helvetica"/>
        </a:defRPr>
      </a:lvl1pPr>
      <a:lvl2pPr marL="742950" indent="-285750" algn="l" defTabSz="457200" rtl="0" eaLnBrk="1" latinLnBrk="0" hangingPunct="1">
        <a:spcBef>
          <a:spcPct val="20000"/>
        </a:spcBef>
        <a:buSzPct val="80000"/>
        <a:buFont typeface="Arial"/>
        <a:buChar char="–"/>
        <a:defRPr sz="2000" kern="1200">
          <a:solidFill>
            <a:schemeClr val="tx1"/>
          </a:solidFill>
          <a:latin typeface="Helvetica"/>
          <a:ea typeface="+mn-ea"/>
          <a:cs typeface="Helvetica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Arial"/>
        <a:buChar char="•"/>
        <a:defRPr sz="1800" kern="1200">
          <a:solidFill>
            <a:schemeClr val="tx1"/>
          </a:solidFill>
          <a:latin typeface="Helvetica"/>
          <a:ea typeface="+mn-ea"/>
          <a:cs typeface="Helvetica"/>
        </a:defRPr>
      </a:lvl3pPr>
      <a:lvl4pPr marL="1600200" indent="-228600" algn="l" defTabSz="457200" rtl="0" eaLnBrk="1" latinLnBrk="0" hangingPunct="1">
        <a:spcBef>
          <a:spcPct val="20000"/>
        </a:spcBef>
        <a:buSzPct val="90000"/>
        <a:buFont typeface="Arial"/>
        <a:buChar char="–"/>
        <a:defRPr sz="1600" kern="1200">
          <a:solidFill>
            <a:schemeClr val="tx1"/>
          </a:solidFill>
          <a:latin typeface="Helvetica"/>
          <a:ea typeface="+mn-ea"/>
          <a:cs typeface="Helvetica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Helvetica"/>
          <a:ea typeface="+mn-ea"/>
          <a:cs typeface="Helvetica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2A46CB8-AD1A-4E44-80E3-B3D7A25C23A1}"/>
              </a:ext>
            </a:extLst>
          </p:cNvPr>
          <p:cNvSpPr txBox="1"/>
          <p:nvPr userDrawn="1"/>
        </p:nvSpPr>
        <p:spPr>
          <a:xfrm>
            <a:off x="9955262" y="6512914"/>
            <a:ext cx="2236738" cy="363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8FD7FFC-72B8-4CD4-A07A-18A036915969}" type="slidenum">
              <a:rPr lang="en-US" sz="1765" smtClean="0"/>
              <a:t>‹#›</a:t>
            </a:fld>
            <a:endParaRPr lang="en-US" sz="1765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61F472-114E-2C47-1533-6E5772C64B73}"/>
              </a:ext>
            </a:extLst>
          </p:cNvPr>
          <p:cNvSpPr/>
          <p:nvPr userDrawn="1"/>
        </p:nvSpPr>
        <p:spPr>
          <a:xfrm>
            <a:off x="0" y="6669024"/>
            <a:ext cx="1328738" cy="188976"/>
          </a:xfrm>
          <a:prstGeom prst="rect">
            <a:avLst/>
          </a:prstGeom>
          <a:solidFill>
            <a:srgbClr val="001E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62BC11-67BB-472E-F07A-5B8548197A2F}"/>
              </a:ext>
            </a:extLst>
          </p:cNvPr>
          <p:cNvSpPr/>
          <p:nvPr userDrawn="1"/>
        </p:nvSpPr>
        <p:spPr>
          <a:xfrm>
            <a:off x="2657476" y="6669024"/>
            <a:ext cx="1328738" cy="188976"/>
          </a:xfrm>
          <a:prstGeom prst="rect">
            <a:avLst/>
          </a:prstGeom>
          <a:solidFill>
            <a:srgbClr val="D500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2CE99E-BB12-F9B5-AD6B-89951D42594F}"/>
              </a:ext>
            </a:extLst>
          </p:cNvPr>
          <p:cNvSpPr/>
          <p:nvPr userDrawn="1"/>
        </p:nvSpPr>
        <p:spPr>
          <a:xfrm>
            <a:off x="1328738" y="6669024"/>
            <a:ext cx="1328738" cy="188976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C60EFB-DE77-9872-3DF6-2B1F27E88FEF}"/>
              </a:ext>
            </a:extLst>
          </p:cNvPr>
          <p:cNvSpPr/>
          <p:nvPr userDrawn="1"/>
        </p:nvSpPr>
        <p:spPr>
          <a:xfrm>
            <a:off x="3986214" y="6669024"/>
            <a:ext cx="1328738" cy="188976"/>
          </a:xfrm>
          <a:prstGeom prst="rect">
            <a:avLst/>
          </a:prstGeom>
          <a:solidFill>
            <a:srgbClr val="FFBF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373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</p:sldLayoutIdLst>
  <p:hf hdr="0" ftr="0" dt="0"/>
  <p:txStyles>
    <p:titleStyle>
      <a:lvl1pPr algn="ctr" defTabSz="449429" rtl="0" eaLnBrk="1" latinLnBrk="0" hangingPunct="1">
        <a:spcBef>
          <a:spcPct val="0"/>
        </a:spcBef>
        <a:buNone/>
        <a:defRPr sz="43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072" indent="-337072" algn="l" defTabSz="449429" rtl="0" eaLnBrk="1" latinLnBrk="0" hangingPunct="1">
        <a:spcBef>
          <a:spcPct val="20000"/>
        </a:spcBef>
        <a:buFont typeface="Arial"/>
        <a:buChar char="•"/>
        <a:defRPr sz="3176" kern="1200">
          <a:solidFill>
            <a:schemeClr val="tx1"/>
          </a:solidFill>
          <a:latin typeface="+mn-lt"/>
          <a:ea typeface="+mn-ea"/>
          <a:cs typeface="+mn-cs"/>
        </a:defRPr>
      </a:lvl1pPr>
      <a:lvl2pPr marL="730325" indent="-280894" algn="l" defTabSz="449429" rtl="0" eaLnBrk="1" latinLnBrk="0" hangingPunct="1">
        <a:spcBef>
          <a:spcPct val="20000"/>
        </a:spcBef>
        <a:buFont typeface="Arial"/>
        <a:buChar char="–"/>
        <a:defRPr sz="2735" kern="1200">
          <a:solidFill>
            <a:schemeClr val="tx1"/>
          </a:solidFill>
          <a:latin typeface="+mn-lt"/>
          <a:ea typeface="+mn-ea"/>
          <a:cs typeface="+mn-cs"/>
        </a:defRPr>
      </a:lvl2pPr>
      <a:lvl3pPr marL="1123576" indent="-224716" algn="l" defTabSz="449429" rtl="0" eaLnBrk="1" latinLnBrk="0" hangingPunct="1">
        <a:spcBef>
          <a:spcPct val="20000"/>
        </a:spcBef>
        <a:buFont typeface="Arial"/>
        <a:buChar char="•"/>
        <a:defRPr sz="2382" kern="1200">
          <a:solidFill>
            <a:schemeClr val="tx1"/>
          </a:solidFill>
          <a:latin typeface="+mn-lt"/>
          <a:ea typeface="+mn-ea"/>
          <a:cs typeface="+mn-cs"/>
        </a:defRPr>
      </a:lvl3pPr>
      <a:lvl4pPr marL="1573006" indent="-224716" algn="l" defTabSz="449429" rtl="0" eaLnBrk="1" latinLnBrk="0" hangingPunct="1">
        <a:spcBef>
          <a:spcPct val="20000"/>
        </a:spcBef>
        <a:buFont typeface="Arial"/>
        <a:buChar char="–"/>
        <a:defRPr sz="1941" kern="1200">
          <a:solidFill>
            <a:schemeClr val="tx1"/>
          </a:solidFill>
          <a:latin typeface="+mn-lt"/>
          <a:ea typeface="+mn-ea"/>
          <a:cs typeface="+mn-cs"/>
        </a:defRPr>
      </a:lvl4pPr>
      <a:lvl5pPr marL="2022435" indent="-224716" algn="l" defTabSz="449429" rtl="0" eaLnBrk="1" latinLnBrk="0" hangingPunct="1">
        <a:spcBef>
          <a:spcPct val="20000"/>
        </a:spcBef>
        <a:buFont typeface="Arial"/>
        <a:buChar char="»"/>
        <a:defRPr sz="1941" kern="1200">
          <a:solidFill>
            <a:schemeClr val="tx1"/>
          </a:solidFill>
          <a:latin typeface="+mn-lt"/>
          <a:ea typeface="+mn-ea"/>
          <a:cs typeface="+mn-cs"/>
        </a:defRPr>
      </a:lvl5pPr>
      <a:lvl6pPr marL="2471865" indent="-224716" algn="l" defTabSz="449429" rtl="0" eaLnBrk="1" latinLnBrk="0" hangingPunct="1">
        <a:spcBef>
          <a:spcPct val="20000"/>
        </a:spcBef>
        <a:buFont typeface="Arial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6pPr>
      <a:lvl7pPr marL="2921296" indent="-224716" algn="l" defTabSz="449429" rtl="0" eaLnBrk="1" latinLnBrk="0" hangingPunct="1">
        <a:spcBef>
          <a:spcPct val="20000"/>
        </a:spcBef>
        <a:buFont typeface="Arial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7pPr>
      <a:lvl8pPr marL="3370726" indent="-224716" algn="l" defTabSz="449429" rtl="0" eaLnBrk="1" latinLnBrk="0" hangingPunct="1">
        <a:spcBef>
          <a:spcPct val="20000"/>
        </a:spcBef>
        <a:buFont typeface="Arial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8pPr>
      <a:lvl9pPr marL="3820155" indent="-224716" algn="l" defTabSz="449429" rtl="0" eaLnBrk="1" latinLnBrk="0" hangingPunct="1">
        <a:spcBef>
          <a:spcPct val="20000"/>
        </a:spcBef>
        <a:buFont typeface="Arial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49429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49429" algn="l" defTabSz="449429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98860" algn="l" defTabSz="449429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48290" algn="l" defTabSz="449429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797721" algn="l" defTabSz="449429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47151" algn="l" defTabSz="449429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696580" algn="l" defTabSz="449429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146011" algn="l" defTabSz="449429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595440" algn="l" defTabSz="449429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82AAA1-4D05-6E40-ACFD-BB9F825BAB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72466" y="3132289"/>
            <a:ext cx="9303986" cy="1581735"/>
          </a:xfrm>
        </p:spPr>
        <p:txBody>
          <a:bodyPr>
            <a:normAutofit/>
          </a:bodyPr>
          <a:lstStyle/>
          <a:p>
            <a:r>
              <a:rPr lang="en-US" dirty="0"/>
              <a:t>ECE 465 – Hypothetical Lab Kit</a:t>
            </a:r>
          </a:p>
          <a:p>
            <a:r>
              <a:rPr lang="en-US" dirty="0"/>
              <a:t>Joshua Sipos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06B367-3FCE-1B4B-B146-3CC54DF7A3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72466" y="1041887"/>
            <a:ext cx="9303986" cy="20066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ECE 465</a:t>
            </a:r>
          </a:p>
          <a:p>
            <a:r>
              <a:rPr lang="en-US" dirty="0"/>
              <a:t>Digital Systems Design</a:t>
            </a:r>
          </a:p>
          <a:p>
            <a:r>
              <a:rPr lang="en-US" dirty="0"/>
              <a:t>Fall 2023</a:t>
            </a:r>
          </a:p>
        </p:txBody>
      </p:sp>
    </p:spTree>
    <p:extLst>
      <p:ext uri="{BB962C8B-B14F-4D97-AF65-F5344CB8AC3E}">
        <p14:creationId xmlns:p14="http://schemas.microsoft.com/office/powerpoint/2010/main" val="1559288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B55096-D926-C8A2-962D-6A7343CD4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C7950-78DC-344A-923E-55CEC8EC34B4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5B36B4-526B-A209-FF76-B063F3066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B2CA1-569D-BFDB-04D2-766CD90AA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94030"/>
            <a:ext cx="10972800" cy="514858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432FF"/>
                </a:solidFill>
              </a:rPr>
              <a:t>Understanding of teaching practices</a:t>
            </a:r>
          </a:p>
          <a:p>
            <a:pPr lvl="1"/>
            <a:r>
              <a:rPr lang="en-US" b="1" dirty="0">
                <a:solidFill>
                  <a:srgbClr val="0432FF"/>
                </a:solidFill>
              </a:rPr>
              <a:t>Wanted to leave my comfort Zone.</a:t>
            </a:r>
          </a:p>
          <a:p>
            <a:pPr lvl="2"/>
            <a:r>
              <a:rPr lang="en-US" b="1" dirty="0">
                <a:solidFill>
                  <a:srgbClr val="0432FF"/>
                </a:solidFill>
              </a:rPr>
              <a:t>Always made a technical tool</a:t>
            </a:r>
          </a:p>
          <a:p>
            <a:pPr lvl="3"/>
            <a:r>
              <a:rPr lang="en-US" b="1" dirty="0">
                <a:solidFill>
                  <a:srgbClr val="0432FF"/>
                </a:solidFill>
              </a:rPr>
              <a:t>Cool to look at, but only useful during a demonstration</a:t>
            </a:r>
          </a:p>
          <a:p>
            <a:pPr lvl="2"/>
            <a:r>
              <a:rPr lang="en-US" b="1" dirty="0">
                <a:solidFill>
                  <a:srgbClr val="0432FF"/>
                </a:solidFill>
              </a:rPr>
              <a:t>Wanted to explore technical writing more</a:t>
            </a:r>
          </a:p>
          <a:p>
            <a:pPr lvl="3"/>
            <a:r>
              <a:rPr lang="en-US" b="1" dirty="0">
                <a:solidFill>
                  <a:srgbClr val="0432FF"/>
                </a:solidFill>
              </a:rPr>
              <a:t>I’ve had job experiences with technical writing </a:t>
            </a:r>
          </a:p>
          <a:p>
            <a:pPr lvl="1"/>
            <a:r>
              <a:rPr lang="en-US" b="1" dirty="0">
                <a:solidFill>
                  <a:srgbClr val="0432FF"/>
                </a:solidFill>
              </a:rPr>
              <a:t>Better understanding of the material being taught in the lecture sections</a:t>
            </a:r>
          </a:p>
          <a:p>
            <a:pPr lvl="1"/>
            <a:r>
              <a:rPr lang="en-US" b="1" dirty="0">
                <a:solidFill>
                  <a:srgbClr val="0432FF"/>
                </a:solidFill>
              </a:rPr>
              <a:t>Designing a course </a:t>
            </a:r>
          </a:p>
          <a:p>
            <a:pPr lvl="1"/>
            <a:endParaRPr lang="en-US" b="1" dirty="0">
              <a:solidFill>
                <a:srgbClr val="0432FF"/>
              </a:solidFill>
            </a:endParaRPr>
          </a:p>
          <a:p>
            <a:pPr lvl="2"/>
            <a:endParaRPr lang="en-US" b="1" dirty="0">
              <a:solidFill>
                <a:srgbClr val="0432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2231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B55096-D926-C8A2-962D-6A7343CD4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C7950-78DC-344A-923E-55CEC8EC34B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5B36B4-526B-A209-FF76-B063F3066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B2CA1-569D-BFDB-04D2-766CD90AA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94030"/>
            <a:ext cx="10972800" cy="514858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432FF"/>
                </a:solidFill>
              </a:rPr>
              <a:t>Should ECE 465 have a laboratory/discussion session?</a:t>
            </a:r>
          </a:p>
          <a:p>
            <a:r>
              <a:rPr lang="en-US" b="1" dirty="0">
                <a:solidFill>
                  <a:srgbClr val="0432FF"/>
                </a:solidFill>
              </a:rPr>
              <a:t>Having this session would be able to help boost current student understanding of the current 465 curriculum.</a:t>
            </a:r>
          </a:p>
          <a:p>
            <a:r>
              <a:rPr lang="en-US" b="1" dirty="0">
                <a:solidFill>
                  <a:srgbClr val="0432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64344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B55096-D926-C8A2-962D-6A7343CD4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C7950-78DC-344A-923E-55CEC8EC34B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5B36B4-526B-A209-FF76-B063F3066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B2CA1-569D-BFDB-04D2-766CD90AA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94030"/>
            <a:ext cx="10972800" cy="514858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432FF"/>
                </a:solidFill>
              </a:rPr>
              <a:t>Create around 10 laboratory sessions that students would use in the lab session. </a:t>
            </a:r>
          </a:p>
          <a:p>
            <a:pPr lvl="1"/>
            <a:r>
              <a:rPr lang="en-US" b="1" dirty="0">
                <a:solidFill>
                  <a:srgbClr val="0432FF"/>
                </a:solidFill>
              </a:rPr>
              <a:t>Each lab has a similar format</a:t>
            </a:r>
          </a:p>
          <a:p>
            <a:pPr lvl="2"/>
            <a:r>
              <a:rPr lang="en-US" b="1" dirty="0">
                <a:solidFill>
                  <a:srgbClr val="0432FF"/>
                </a:solidFill>
              </a:rPr>
              <a:t>Reinforce the theory behind the concepts taught in the lecture that week</a:t>
            </a:r>
          </a:p>
          <a:p>
            <a:pPr lvl="2"/>
            <a:r>
              <a:rPr lang="en-US" b="1" dirty="0">
                <a:solidFill>
                  <a:srgbClr val="0432FF"/>
                </a:solidFill>
              </a:rPr>
              <a:t>Introduce a practical application of the concept in order to better connect ideas</a:t>
            </a:r>
          </a:p>
          <a:p>
            <a:pPr lvl="2"/>
            <a:r>
              <a:rPr lang="en-US" b="1" dirty="0">
                <a:solidFill>
                  <a:srgbClr val="0432FF"/>
                </a:solidFill>
              </a:rPr>
              <a:t>Have the students reproduce the concept physically. (Typically in </a:t>
            </a:r>
            <a:r>
              <a:rPr lang="en-US" b="1" dirty="0" err="1">
                <a:solidFill>
                  <a:srgbClr val="0432FF"/>
                </a:solidFill>
              </a:rPr>
              <a:t>Circuritverse</a:t>
            </a:r>
            <a:r>
              <a:rPr lang="en-US" b="1" dirty="0">
                <a:solidFill>
                  <a:srgbClr val="0432FF"/>
                </a:solidFill>
              </a:rPr>
              <a:t>)</a:t>
            </a:r>
          </a:p>
          <a:p>
            <a:pPr lvl="1"/>
            <a:r>
              <a:rPr lang="en-US" b="1" dirty="0" err="1">
                <a:solidFill>
                  <a:srgbClr val="0432FF"/>
                </a:solidFill>
              </a:rPr>
              <a:t>Circuitverse</a:t>
            </a:r>
            <a:endParaRPr lang="en-US" b="1" dirty="0">
              <a:solidFill>
                <a:srgbClr val="0432FF"/>
              </a:solidFill>
            </a:endParaRPr>
          </a:p>
          <a:p>
            <a:pPr lvl="2"/>
            <a:r>
              <a:rPr lang="en-US" b="1" dirty="0">
                <a:solidFill>
                  <a:srgbClr val="0432FF"/>
                </a:solidFill>
              </a:rPr>
              <a:t>Intuitive program that is simple to use, but powerful once fully understood</a:t>
            </a:r>
          </a:p>
          <a:p>
            <a:pPr lvl="2"/>
            <a:r>
              <a:rPr lang="en-US" b="1" dirty="0">
                <a:solidFill>
                  <a:srgbClr val="0432FF"/>
                </a:solidFill>
              </a:rPr>
              <a:t>Students may not be able to afford powerful laptops, or computers to be able to run more powerful hardware simulation programs.</a:t>
            </a:r>
          </a:p>
          <a:p>
            <a:pPr lvl="2"/>
            <a:r>
              <a:rPr lang="en-US" b="1" dirty="0">
                <a:solidFill>
                  <a:srgbClr val="0432FF"/>
                </a:solidFill>
              </a:rPr>
              <a:t>Free</a:t>
            </a:r>
          </a:p>
          <a:p>
            <a:pPr lvl="3"/>
            <a:r>
              <a:rPr lang="en-US" b="1" dirty="0">
                <a:solidFill>
                  <a:srgbClr val="0432FF"/>
                </a:solidFill>
              </a:rPr>
              <a:t>Model Sim requires an account to be made and is given a free version </a:t>
            </a:r>
          </a:p>
          <a:p>
            <a:pPr lvl="3"/>
            <a:r>
              <a:rPr lang="en-US" b="1" dirty="0">
                <a:solidFill>
                  <a:srgbClr val="0432FF"/>
                </a:solidFill>
              </a:rPr>
              <a:t>Synopsys can be acquired through the department, albeit through many hoops</a:t>
            </a:r>
          </a:p>
        </p:txBody>
      </p:sp>
    </p:spTree>
    <p:extLst>
      <p:ext uri="{BB962C8B-B14F-4D97-AF65-F5344CB8AC3E}">
        <p14:creationId xmlns:p14="http://schemas.microsoft.com/office/powerpoint/2010/main" val="1920598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8978E9-5346-C51F-A2E5-E895DD2D4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C7950-78DC-344A-923E-55CEC8EC34B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13DB2-4C99-427D-DD53-B2A7DD116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project results in a better understanding of the concepts taught and their applications.</a:t>
            </a:r>
          </a:p>
          <a:p>
            <a:r>
              <a:rPr lang="en-US" dirty="0"/>
              <a:t>The student has a better idea of how the course contents reflect into the field</a:t>
            </a:r>
          </a:p>
          <a:p>
            <a:r>
              <a:rPr lang="en-US" dirty="0"/>
              <a:t>Student learns new concepts that aren’t necessarily taught in the lecture</a:t>
            </a:r>
          </a:p>
          <a:p>
            <a:pPr lvl="1"/>
            <a:r>
              <a:rPr lang="en-US" dirty="0" err="1"/>
              <a:t>Circuitverse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Verilog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1EEEA5-48E9-3B4B-BDB8-9C3302350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2799788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8978E9-5346-C51F-A2E5-E895DD2D4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C7950-78DC-344A-923E-55CEC8EC34B4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13DB2-4C99-427D-DD53-B2A7DD116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Successes</a:t>
            </a:r>
          </a:p>
          <a:p>
            <a:pPr lvl="1"/>
            <a:r>
              <a:rPr lang="en-US" dirty="0"/>
              <a:t> Able to put together a simple curriculum that is easy to build off of in the future if needed</a:t>
            </a:r>
          </a:p>
          <a:p>
            <a:pPr lvl="1"/>
            <a:r>
              <a:rPr lang="en-US" dirty="0"/>
              <a:t>Proved case that a discussion section is possible with ECE 465</a:t>
            </a:r>
          </a:p>
          <a:p>
            <a:r>
              <a:rPr lang="en-US" dirty="0"/>
              <a:t>Improvements for future</a:t>
            </a:r>
          </a:p>
          <a:p>
            <a:pPr lvl="1"/>
            <a:r>
              <a:rPr lang="en-US" dirty="0"/>
              <a:t>Fleshing out some labs</a:t>
            </a:r>
          </a:p>
          <a:p>
            <a:pPr lvl="1"/>
            <a:r>
              <a:rPr lang="en-US" dirty="0"/>
              <a:t>Adding another lab for harder to understand subjects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1EEEA5-48E9-3B4B-BDB8-9C3302350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193103"/>
      </p:ext>
    </p:extLst>
  </p:cSld>
  <p:clrMapOvr>
    <a:masterClrMapping/>
  </p:clrMapOvr>
</p:sld>
</file>

<file path=ppt/theme/theme1.xml><?xml version="1.0" encoding="utf-8"?>
<a:theme xmlns:a="http://schemas.openxmlformats.org/drawingml/2006/main" name="zhang-heterocl-03021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enesis">
      <a:majorFont>
        <a:latin typeface="Calisto MT"/>
        <a:ea typeface=""/>
        <a:cs typeface=""/>
        <a:font script="Jpan" typeface="ＭＳ 明朝"/>
        <a:font script="Hans" typeface="宋体"/>
        <a:font script="Hant" typeface="新細明體"/>
      </a:majorFont>
      <a:minorFont>
        <a:latin typeface="Calisto MT"/>
        <a:ea typeface=""/>
        <a:cs typeface=""/>
        <a:font script="Jpan" typeface="ＭＳ 明朝"/>
        <a:font script="Hans" typeface="宋体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chemeClr val="tx1"/>
          </a:solidFill>
          <a:miter lim="800000"/>
          <a:headEnd/>
          <a:tailEnd/>
        </a:ln>
        <a:effectLst/>
      </a:spPr>
      <a:bodyPr wrap="square" rtlCol="0" anchor="ctr">
        <a:spAutoFit/>
      </a:bodyPr>
      <a:lstStyle>
        <a:defPPr algn="ctr">
          <a:defRPr/>
        </a:defPPr>
      </a:lstStyle>
    </a:spDef>
    <a:lnDef>
      <a:spPr>
        <a:ln>
          <a:solidFill>
            <a:schemeClr val="tx1"/>
          </a:solidFill>
          <a:tailEnd type="none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smtClean="0">
            <a:latin typeface="Helvetica"/>
            <a:cs typeface="Helvetic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.pptx" id="{54509EDD-BF50-4108-847A-4CC90CDBB115}" vid="{6A777683-8F90-42D1-8D03-26FDFCA003BC}"/>
    </a:ext>
  </a:extLst>
</a:theme>
</file>

<file path=ppt/theme/theme2.xml><?xml version="1.0" encoding="utf-8"?>
<a:theme xmlns:a="http://schemas.openxmlformats.org/drawingml/2006/main" name="Content Slides - Blue Tex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bjitStyl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165E6AB8-79E5-4886-9576-8B567B9460D4}" vid="{40EE79D4-B91C-4FE6-A11E-918B1362A5D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39061</TotalTime>
  <Words>322</Words>
  <Application>Microsoft Office PowerPoint</Application>
  <PresentationFormat>Widescreen</PresentationFormat>
  <Paragraphs>49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Andale Mono</vt:lpstr>
      <vt:lpstr>Arial</vt:lpstr>
      <vt:lpstr>Calibri</vt:lpstr>
      <vt:lpstr>Calisto MT</vt:lpstr>
      <vt:lpstr>Helvetica</vt:lpstr>
      <vt:lpstr>Palatino</vt:lpstr>
      <vt:lpstr>Segoe UI</vt:lpstr>
      <vt:lpstr>Wingdings</vt:lpstr>
      <vt:lpstr>zhang-heterocl-030218</vt:lpstr>
      <vt:lpstr>Content Slides - Blue Text</vt:lpstr>
      <vt:lpstr>PowerPoint Presentation</vt:lpstr>
      <vt:lpstr>Motivation</vt:lpstr>
      <vt:lpstr>Problem Statement</vt:lpstr>
      <vt:lpstr>Techniques</vt:lpstr>
      <vt:lpstr>Results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Yi-Hsiang Lai</dc:creator>
  <cp:lastModifiedBy>Josh Sipos</cp:lastModifiedBy>
  <cp:revision>2085</cp:revision>
  <cp:lastPrinted>2019-02-19T16:44:09Z</cp:lastPrinted>
  <dcterms:created xsi:type="dcterms:W3CDTF">2019-02-11T01:50:13Z</dcterms:created>
  <dcterms:modified xsi:type="dcterms:W3CDTF">2026-04-30T16:07:58Z</dcterms:modified>
</cp:coreProperties>
</file>